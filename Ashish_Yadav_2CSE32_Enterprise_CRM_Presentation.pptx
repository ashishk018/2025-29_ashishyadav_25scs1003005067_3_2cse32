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Response Time (ms)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C4-4C87-B31C-6E600497DE91}"/>
              </c:ext>
            </c:extLst>
          </c:dPt>
          <c:dPt>
            <c:idx val="1"/>
            <c:invertIfNegative val="0"/>
            <c:bubble3D val="0"/>
            <c:spPr>
              <a:solidFill>
                <a:srgbClr val="00C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C4-4C87-B31C-6E600497DE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Indexing</c:v>
                </c:pt>
                <c:pt idx="1">
                  <c:v>After Indexing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C4-4C87-B31C-6E600497DE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56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02A5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02A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0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B25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PRESENTATION  | 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CRM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Customer Relationship Management Platform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 •  Contacts  •  Deal Pipeline  •  Tasks  •  Reporting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0561" y="436168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B2456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471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763014" y="4471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Yadav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64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4736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25SCS1003005067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45820" y="50703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Section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712719" y="5074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Core – 2CSE32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367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712719" y="5358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Intern — Codec Technologies Pvt.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453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sales teams need a unified CRM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9535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169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91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internship project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3251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2885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663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deals, tasks, reporting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6967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6601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6035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+ supporting tools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15819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15453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20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 &amp; data flow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0" y="29535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9169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Design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291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REST endpoints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4160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83680" y="43251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42885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4663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pipeline board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55080" y="55321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583680" y="56967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56601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Roadmap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6035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future work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Sales Teams Need a Unified CRM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and customer details spread across spreadsheets, inboxes, and personal notes.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Visibility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29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where each deal stands in the sales process.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892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and tasks tracked by memory, causing missed opportunities.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Everything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965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— every user can view or edit all records.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9718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200400"/>
            <a:ext cx="457200" cy="45720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Reporting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429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lack a quick, reliable view of team and revenue performance.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922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fragmented tools with one centralized, role-aware CRM web application.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with bcrypt-hashed passwords and role-based access.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9164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qualify, and convert leads into contacts and deals.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69164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240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606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board to track deals across sales stages.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3192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46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complete follow-up tasks tied to leads and deals.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93192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846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stats on conversion rate and revenue.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393192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58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846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experience across desktop, tablet, and mobile.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45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Contact Management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299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with search, filters, and status badges.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645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Pipeline (Kanban)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0299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cards across New → Contacted → Proposal → Won/Lost.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29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37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Reminder Tracking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216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Per-lead and per-deal follow-ups with due dates.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3429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337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7216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and Sales Rep permission levels.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120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029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41324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 cards and a pipeline funnel chart.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29400" y="5120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294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029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41324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owner, status, and date across all modules.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the MERN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18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Router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Axios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463040"/>
            <a:ext cx="3611880" cy="5943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Express.js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+ bcrypt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4630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463040"/>
            <a:ext cx="3611880" cy="594360"/>
          </a:xfrm>
          <a:prstGeom prst="rect">
            <a:avLst/>
          </a:prstGeom>
          <a:solidFill>
            <a:srgbClr val="8E7C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Mongoose ODM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/ GitHub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Postman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Application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Browser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• Components • Axios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6552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39512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• Controllers • Middleware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84464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13064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E7C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07424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58784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• Mongoose Models • Indexes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77640" y="2148840"/>
            <a:ext cx="384048" cy="274320"/>
          </a:xfrm>
          <a:prstGeom prst="rightArrow">
            <a:avLst/>
          </a:prstGeom>
          <a:solidFill>
            <a:srgbClr val="8C97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5552" y="2148840"/>
            <a:ext cx="384048" cy="274320"/>
          </a:xfrm>
          <a:prstGeom prst="rightArrow">
            <a:avLst/>
          </a:prstGeom>
          <a:solidFill>
            <a:srgbClr val="8C97C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8328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7204A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 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572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request with JWT in the Authorization header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25880" y="4187952"/>
            <a:ext cx="274320" cy="201168"/>
          </a:xfrm>
          <a:prstGeom prst="rightArrow">
            <a:avLst/>
          </a:prstGeom>
          <a:solidFill>
            <a:srgbClr val="8C97C4"/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41148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175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880360" y="4572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verifies token signature &amp; expiry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4187952"/>
            <a:ext cx="274320" cy="201168"/>
          </a:xfrm>
          <a:prstGeom prst="rightArrow">
            <a:avLst/>
          </a:prstGeom>
          <a:solidFill>
            <a:srgbClr val="8C97C4"/>
          </a:solidFill>
          <a:ln/>
        </p:spPr>
      </p:sp>
      <p:sp>
        <p:nvSpPr>
          <p:cNvPr id="28" name="Shape 26"/>
          <p:cNvSpPr/>
          <p:nvPr/>
        </p:nvSpPr>
        <p:spPr>
          <a:xfrm>
            <a:off x="5166360" y="41148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66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4572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 checks permission for the route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4187952"/>
            <a:ext cx="274320" cy="201168"/>
          </a:xfrm>
          <a:prstGeom prst="rightArrow">
            <a:avLst/>
          </a:prstGeom>
          <a:solidFill>
            <a:srgbClr val="8C97C4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41148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572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Mongoose model executes the operation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0" y="4187952"/>
            <a:ext cx="274320" cy="201168"/>
          </a:xfrm>
          <a:prstGeom prst="rightArrow">
            <a:avLst/>
          </a:prstGeom>
          <a:solidFill>
            <a:srgbClr val="8C97C4"/>
          </a:solidFill>
          <a:ln/>
        </p:spPr>
      </p:sp>
      <p:sp>
        <p:nvSpPr>
          <p:cNvPr id="36" name="Shape 34"/>
          <p:cNvSpPr/>
          <p:nvPr/>
        </p:nvSpPr>
        <p:spPr>
          <a:xfrm>
            <a:off x="9464040" y="411480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640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4572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returns data; JSON response sent back to the client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MongoDB Collections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084832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1719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passwordHash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8064" y="15544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98064" y="1554480"/>
            <a:ext cx="2084832" cy="5029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98064" y="1554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240280"/>
            <a:ext cx="1719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47488" y="15544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47488" y="1554480"/>
            <a:ext cx="2084832" cy="502920"/>
          </a:xfrm>
          <a:prstGeom prst="rect">
            <a:avLst/>
          </a:prstGeom>
          <a:solidFill>
            <a:srgbClr val="8E7C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47488" y="1554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240280"/>
            <a:ext cx="1719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5544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6912" y="1554480"/>
            <a:ext cx="2084832" cy="502920"/>
          </a:xfrm>
          <a:prstGeom prst="rect">
            <a:avLst/>
          </a:prstGeom>
          <a:solidFill>
            <a:srgbClr val="F26D6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96912" y="1554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2240280"/>
            <a:ext cx="1719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46336" y="15544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46336" y="1554480"/>
            <a:ext cx="2084832" cy="502920"/>
          </a:xfrm>
          <a:prstGeom prst="rect">
            <a:avLst/>
          </a:prstGeom>
          <a:solidFill>
            <a:srgbClr val="5FD1C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46336" y="1554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2240280"/>
            <a:ext cx="1719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dueDate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assignedTo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7204A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are linked with ObjectId references (not embedding) — keeping documents small, updates atomic, and queries predictable via Mongoose's populate().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REST Endpoints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0784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078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and issue a JWT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96896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5968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5420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/api/leads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420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leads with pagination &amp; filters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93008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8E7C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9300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4381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/api/leads/:id/convert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4381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lead into a contact + deal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8912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8E7C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891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43342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/api/deals/:id/stage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3342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deal's pipeline stage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8523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285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230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/api/reports/summary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5230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KPIs for the dashboard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Deal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21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14884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221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821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310896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31821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₹4.8L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Assigned Tasks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up – Nimbus Retail (Today)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proposal – Orbit Foods (Tomorrow)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call – Zenith Labs (Fri)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Pipeline (Kanban)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214884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0C2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651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2743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Retail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647688" y="30358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₹48,000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3703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47688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Foods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647688" y="40873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₹22,500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47888" y="214884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47888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7888" y="2651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57616" y="2743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Labs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357616" y="30358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₹1,10,000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47888" y="3703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57616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Health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40873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₹65,000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957816" y="214884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5FD1C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57816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57816" y="2651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67544" y="2743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Bluepeak Ltd.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067544" y="30358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₹3,20,000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57816" y="3703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67544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&amp; Co.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0067544" y="40873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₹78,000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for Correctness and Speed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utility &amp; business logic (Jest)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tests for API routes (Supertest)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&amp; Postman-based endpoint validation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verified for every route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02A54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Gains</a:t>
            </a:r>
            <a:endParaRPr lang="en-US" sz="15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537960" y="2194560"/>
          <a:ext cx="48463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537960" y="4937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reduction in list-endpoint latency after adding indexes and server-side pagination.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Internship Project to Product 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7204A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Secure, role-aware full-stack CRM on the MERN stack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Lead-to-deal conversion with a visual kanban pipeline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with JWT auth &amp; aggregation-based reporting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~80% faster list queries via indexing and pagination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7204A"/>
          </a:solidFill>
          <a:ln w="12700">
            <a:solidFill>
              <a:srgbClr val="2A356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updates via WebSockets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Email/SMS reminders &amp; lead-capture webhooks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forecasting &amp; trend analytics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Progressive Web App (PWA) packaging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SaaS offering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936</Words>
  <Application>Microsoft Office PowerPoint</Application>
  <PresentationFormat>Widescreen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Yadav</cp:lastModifiedBy>
  <cp:revision>2</cp:revision>
  <dcterms:created xsi:type="dcterms:W3CDTF">2026-09-10T08:26:22Z</dcterms:created>
  <dcterms:modified xsi:type="dcterms:W3CDTF">2026-09-10T14:07:58Z</dcterms:modified>
</cp:coreProperties>
</file>